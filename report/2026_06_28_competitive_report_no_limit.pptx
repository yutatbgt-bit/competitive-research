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ansaisuper.co.jp/new_info" TargetMode="External"/><Relationship Id="rId3" Type="http://schemas.openxmlformats.org/officeDocument/2006/relationships/hyperlink" Target="https://www.kansaisuper.co.jp/" TargetMode="External"/><Relationship Id="rId4" Type="http://schemas.openxmlformats.org/officeDocument/2006/relationships/hyperlink" Target="https://lifecorp-recruit.net/jobfind-pc/job/All/56397"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2026年06月28日時点の調査では、関西エリアのスーパーマーケット市場において、以下の競合動向が新たに確認されました。</a:t>
            </a:r>
          </a:p>
          <a:p>
            <a:pPr>
              <a:spcAft>
                <a:spcPts val="1600"/>
              </a:spcAft>
              <a:defRPr sz="1800">
                <a:solidFill>
                  <a:srgbClr val="1E1E1E"/>
                </a:solidFill>
              </a:defRPr>
            </a:pPr>
            <a:r>
              <a:t>・   **関西スーパー「西郷店」のリニューアルオープン:*神戸市兵庫区に位置する関西スーパー西郷店が、2026年7月3日(金)にリニューアルオープンします。いかりスーパー神戸三宮店にとって中程度の競合圧力となる可能性があります。</a:t>
            </a:r>
          </a:p>
          <a:p>
            <a:pPr>
              <a:spcAft>
                <a:spcPts val="1600"/>
              </a:spcAft>
              <a:defRPr sz="1800">
                <a:solidFill>
                  <a:srgbClr val="1E1E1E"/>
                </a:solidFill>
              </a:defRPr>
            </a:pPr>
            <a:r>
              <a:t>・   **ライフ「遠里小野店」の新規出店計画:*大阪市住吉区にて「ライフ遠里小野店」が2026年夏頃に新規オープン予定です。いかりスーパー南海なんば店をはじめとする大阪府内の店舗に対し、新たな競合とな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58496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584960">
                <a:tc>
                  <a:txBody>
                    <a:bodyPr/>
                    <a:lstStyle/>
                    <a:p>
                      <a:pPr>
                        <a:defRPr sz="950">
                          <a:solidFill>
                            <a:srgbClr val="1E1E1E"/>
                          </a:solidFill>
                        </a:defRPr>
                      </a:pPr>
                      <a:r>
                        <a:t>兵庫県神戸市</a:t>
                      </a:r>
                    </a:p>
                  </a:txBody>
                  <a:tcPr>
                    <a:solidFill>
                      <a:srgbClr val="F5F5F5"/>
                    </a:solidFill>
                  </a:tcPr>
                </a:tc>
                <a:tc>
                  <a:txBody>
                    <a:bodyPr/>
                    <a:lstStyle/>
                    <a:p>
                      <a:pPr>
                        <a:defRPr sz="950">
                          <a:solidFill>
                            <a:srgbClr val="1E1E1E"/>
                          </a:solidFill>
                        </a:defRPr>
                      </a:pPr>
                      <a:r>
                        <a:t>関西スーパー 西郷店</a:t>
                      </a:r>
                    </a:p>
                  </a:txBody>
                  <a:tcPr>
                    <a:solidFill>
                      <a:srgbClr val="F5F5F5"/>
                    </a:solidFill>
                  </a:tcPr>
                </a:tc>
                <a:tc>
                  <a:txBody>
                    <a:bodyPr/>
                    <a:lstStyle/>
                    <a:p>
                      <a:pPr>
                        <a:defRPr sz="950">
                          <a:solidFill>
                            <a:srgbClr val="1E1E1E"/>
                          </a:solidFill>
                        </a:defRPr>
                      </a:pPr>
                      <a:r>
                        <a:t>2026年7月3日(金)</a:t>
                      </a:r>
                    </a:p>
                  </a:txBody>
                  <a:tcPr>
                    <a:solidFill>
                      <a:srgbClr val="F5F5F5"/>
                    </a:solidFill>
                  </a:tcPr>
                </a:tc>
                <a:tc>
                  <a:txBody>
                    <a:bodyPr/>
                    <a:lstStyle/>
                    <a:p>
                      <a:pPr>
                        <a:defRPr sz="950">
                          <a:solidFill>
                            <a:srgbClr val="1E1E1E"/>
                          </a:solidFill>
                        </a:defRPr>
                      </a:pPr>
                      <a:r>
                        <a:t>リニューアルオープン</a:t>
                      </a:r>
                    </a:p>
                  </a:txBody>
                  <a:tcPr>
                    <a:solidFill>
                      <a:srgbClr val="F5F5F5"/>
                    </a:solidFill>
                  </a:tcPr>
                </a:tc>
                <a:tc>
                  <a:txBody>
                    <a:bodyPr/>
                    <a:lstStyle/>
                    <a:p>
                      <a:pPr>
                        <a:defRPr sz="950">
                          <a:solidFill>
                            <a:srgbClr val="1E1E1E"/>
                          </a:solidFill>
                        </a:defRPr>
                      </a:pPr>
                      <a:r>
                        <a:t>神戸三宮店、六甲店、御影店</a:t>
                      </a:r>
                    </a:p>
                  </a:txBody>
                  <a:tcPr>
                    <a:solidFill>
                      <a:srgbClr val="F5F5F5"/>
                    </a:solidFill>
                  </a:tcPr>
                </a:tc>
                <a:tc>
                  <a:txBody>
                    <a:bodyPr/>
                    <a:lstStyle/>
                    <a:p>
                      <a:pPr>
                        <a:defRPr sz="950">
                          <a:solidFill>
                            <a:srgbClr val="1E1E1E"/>
                          </a:solidFill>
                        </a:defRPr>
                      </a:pPr>
                      <a:r>
                        <a:t>中</a:t>
                      </a:r>
                    </a:p>
                  </a:txBody>
                  <a:tcPr>
                    <a:solidFill>
                      <a:srgbClr val="F5F5F5"/>
                    </a:solidFill>
                  </a:tcPr>
                </a:tc>
                <a:tc>
                  <a:txBody>
                    <a:bodyPr/>
                    <a:lstStyle/>
                    <a:p>
                      <a:pPr>
                        <a:defRPr sz="950">
                          <a:solidFill>
                            <a:srgbClr val="1E1E1E"/>
                          </a:solidFill>
                        </a:defRPr>
                      </a:pPr>
                      <a:r>
                        <a:t>神戸市兵庫区にある「関西スーパー西郷店」がリニューアルオープン。いかりスーパー神戸三宮店から直線距離で約2.5km圏内に位置しており、神戸市中央区から兵庫区にかけての顧客層に対する競合が激化する可能性があります。</a:t>
                      </a:r>
                    </a:p>
                  </a:txBody>
                  <a:tcPr>
                    <a:solidFill>
                      <a:srgbClr val="F5F5F5"/>
                    </a:solidFill>
                  </a:tcPr>
                </a:tc>
              </a:tr>
              <a:tr h="1584960">
                <a:tc>
                  <a:txBody>
                    <a:bodyPr/>
                    <a:lstStyle/>
                    <a:p>
                      <a:pPr>
                        <a:defRPr sz="950">
                          <a:solidFill>
                            <a:srgbClr val="1E1E1E"/>
                          </a:solidFill>
                        </a:defRPr>
                      </a:pPr>
                      <a:r>
                        <a:t>大阪府大阪市住吉区</a:t>
                      </a:r>
                    </a:p>
                  </a:txBody>
                  <a:tcPr/>
                </a:tc>
                <a:tc>
                  <a:txBody>
                    <a:bodyPr/>
                    <a:lstStyle/>
                    <a:p>
                      <a:pPr>
                        <a:defRPr sz="950">
                          <a:solidFill>
                            <a:srgbClr val="1E1E1E"/>
                          </a:solidFill>
                        </a:defRPr>
                      </a:pPr>
                      <a:r>
                        <a:t>ライフ 遠里小野店</a:t>
                      </a:r>
                    </a:p>
                  </a:txBody>
                  <a:tcPr/>
                </a:tc>
                <a:tc>
                  <a:txBody>
                    <a:bodyPr/>
                    <a:lstStyle/>
                    <a:p>
                      <a:pPr>
                        <a:defRPr sz="950">
                          <a:solidFill>
                            <a:srgbClr val="1E1E1E"/>
                          </a:solidFill>
                        </a:defRPr>
                      </a:pPr>
                      <a:r>
                        <a:t>2026年夏頃</a:t>
                      </a:r>
                    </a:p>
                  </a:txBody>
                  <a:tcPr/>
                </a:tc>
                <a:tc>
                  <a:txBody>
                    <a:bodyPr/>
                    <a:lstStyle/>
                    <a:p>
                      <a:pPr>
                        <a:defRPr sz="950">
                          <a:solidFill>
                            <a:srgbClr val="1E1E1E"/>
                          </a:solidFill>
                        </a:defRPr>
                      </a:pPr>
                      <a:r>
                        <a:t>新規出店予定</a:t>
                      </a:r>
                    </a:p>
                  </a:txBody>
                  <a:tcPr/>
                </a:tc>
                <a:tc>
                  <a:txBody>
                    <a:bodyPr/>
                    <a:lstStyle/>
                    <a:p>
                      <a:pPr>
                        <a:defRPr sz="950">
                          <a:solidFill>
                            <a:srgbClr val="1E1E1E"/>
                          </a:solidFill>
                        </a:defRPr>
                      </a:pPr>
                      <a:r>
                        <a:t>南海なんば店、JR大阪店、豊中店、豊中緑丘店</a:t>
                      </a:r>
                    </a:p>
                  </a:txBody>
                  <a:tcPr/>
                </a:tc>
                <a:tc>
                  <a:txBody>
                    <a:bodyPr/>
                    <a:lstStyle/>
                    <a:p>
                      <a:pPr>
                        <a:defRPr sz="950">
                          <a:solidFill>
                            <a:srgbClr val="1E1E1E"/>
                          </a:solidFill>
                        </a:defRPr>
                      </a:pPr>
                      <a:r>
                        <a:t>小〜中</a:t>
                      </a:r>
                    </a:p>
                  </a:txBody>
                  <a:tcPr/>
                </a:tc>
                <a:tc>
                  <a:txBody>
                    <a:bodyPr/>
                    <a:lstStyle/>
                    <a:p>
                      <a:pPr>
                        <a:defRPr sz="950">
                          <a:solidFill>
                            <a:srgbClr val="1E1E1E"/>
                          </a:solidFill>
                        </a:defRPr>
                      </a:pPr>
                      <a:r>
                        <a:t>大阪市住吉区に「ライフ遠里小野店」が2026年夏頃のオープンを予定しており、新規スタッフの募集を開始しています。いかりスーパー南海なんば店など、大阪市内のいかりスーパー店舗に対する顧客獲得競争が発生する可能性があり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リニューアルオープンする関西スーパー西郷店（神戸市兵庫区）は、いかりスーパー神戸三宮店から北西に約2.5km、六甲店から約3.5km、御影店から約5kmの距離に位置し、神戸市内の主要顧客層に対する選択肢を増やす動きと捉えられます。</a:t>
            </a:r>
            <a:br/>
            <a:r>
              <a:t>新たに新規出店が予定されているライフ遠里小野店は、大阪市住吉区に位置します。いかりスーパー南海なんば店（大阪市中央区難波）から数km圏内にあり、直接的な商圏の一部が重なる可能性があります。ライフは広範な商品を取り扱う地域密着型スーパーとして知られており、近隣住民の日常的な買い物ニーズに応えることで、間接的に周辺のいかりスーパー店舗の顧客行動に影響を与える可能性があり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関西スーパー西郷店のリニューアルオープンは、いかりスーパー神戸三宮店に対し、引き続き中程度の直接的影響を与える可能性があります。関西スーパーがリニューアルによって品揃えやサービスを向上させた場合、一部の顧客層（特に日常使いを重視する層）がいかりスーパーから流出するリスクも考えられます。いかりスーパーとしては、引き続き高品質な商品ラインナップと独自のサービスで差別化を図る必要があります。</a:t>
            </a:r>
            <a:br/>
            <a:r>
              <a:t>ライフ遠里小野店の新規出店は、大阪市南部のいかりスーパー店舗、特に南海なんば店に対し、間接的な影響を与える可能性があります。ライフは価格競争力と幅広い品揃えを持つスーパーであり、いかりスーパーの高級志向とはターゲット層が異なります。しかし、新規出店により地域のスーパーマーケットの選択肢が増え、消費者の購買行動が分散する可能性は考慮すべきです。いかりスーパーは、ライフのような広範なスーパーとは異なる、独自の価値提案（高品質な食材、希少な輸入品、手作りデリなど）をさらに強化し、顧客ロイヤルティを高める戦略が重要となるでしょう。</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お知らせ｜関西スーパー～いつも暮らしの近くにいます～​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関西スーパー～いつも暮らしの近くにいます～</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ライフ遠里小野店（2026年夏頃OPEN予定）</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6_28_competitive_map_no_limit.png"/>
          <p:cNvPicPr>
            <a:picLocks noChangeAspect="1"/>
          </p:cNvPicPr>
          <p:nvPr/>
        </p:nvPicPr>
        <p:blipFill>
          <a:blip r:embed="rId2"/>
          <a:stretch>
            <a:fillRect/>
          </a:stretch>
        </p:blipFill>
        <p:spPr>
          <a:xfrm>
            <a:off x="3483864" y="1188720"/>
            <a:ext cx="521208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