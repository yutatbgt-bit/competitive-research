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EDe15yYJLSuW7FZmDVUEx39K6ve9c0Ibt4GjuuVTAqdrWPdJASqr2rUTmrFrm6w4_31G4EFKbbmmOz5r8N3IU6gqRXxxGPTxcJLzNRHq-bjTNMRMGtIrGLyojpV1fyRy1fhFAgZH5-XYGNxklzT-DShr-HgglzmnVgKg4=" TargetMode="External"/><Relationship Id="rId3" Type="http://schemas.openxmlformats.org/officeDocument/2006/relationships/hyperlink" Target="https://vertexaisearch.cloud.google.com/grounding-api-redirect/AUZIYQFDOHmqM14wIAFENFKTRAbf47voyZdqT1JazCQbmI6eHCf_9Mkv_Q3QovmnIjlC9BdkLeFLOTHe5VGJhY5ijHEz1m4aQ3HREUh3Cbr_kZBGXGNVaLKKIjMdgqIdTJy108q0c2pAjA2YqPD4hHVaSekO" TargetMode="External"/><Relationship Id="rId4" Type="http://schemas.openxmlformats.org/officeDocument/2006/relationships/hyperlink" Target="https://vertexaisearch.cloud.google.com/grounding-api-redirect/AUZIYQFcinGRFsU6O9sJgl-g_UKfZVh_HQMEyNt98XM1mEqRBBvRnttK2MW2riDBhRL7ufaPtIehDshCJT53KWhhEUS6x9HWIic97bh9VRf4CTO3C86RaIQNs3DwaBVdjGyER_cd98rGHBl-Zj9qZpJdUt9_q3II6A-94oIoNKumE3vwl6A_t8KFfSlNUMEx86SVZg370-Xs6QXa2g==" TargetMode="External"/><Relationship Id="rId5" Type="http://schemas.openxmlformats.org/officeDocument/2006/relationships/hyperlink" Target="https://vertexaisearch.cloud.google.com/grounding-api-redirect/AUZIYQEhK_etPBlGfxKaWpFeKy00W6ENE6T7sEKDK75Q-B_F9wbbyE-g6v4PX71kg-eI3GzSKPWcaG3RkV9EXThed-cc_BQYG-eF-_-wEDK0sDgY-lD_HQaUnZdU9yDYkLIALKR7v4SDbEa1hvk=" TargetMode="External"/><Relationship Id="rId6" Type="http://schemas.openxmlformats.org/officeDocument/2006/relationships/hyperlink" Target="https://vertexaisearch.cloud.google.com/grounding-api-redirect/AUZIYQEevXB91JFRuNsPUxf65VzuBe9LheTVYRM-2s-lW5t1vdXtSIqa9Z6Gr_0ImOVjudxqI5FdES03wZQ0PSNWGaJyPNBMmekHxxFqyerTG0tyoGF0v0Rtr42Ie7xjsae16x6-rH0x"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高級スーパーマーケットの競合環境において、いかりスーパーの顧客層と重複する可能性のあるエリアで、成城石井の新規出店が判明した。</a:t>
            </a:r>
          </a:p>
          <a:p>
            <a:pPr>
              <a:spcAft>
                <a:spcPts val="1600"/>
              </a:spcAft>
              <a:defRPr sz="1800">
                <a:solidFill>
                  <a:srgbClr val="1E1E1E"/>
                </a:solidFill>
              </a:defRPr>
            </a:pPr>
            <a:r>
              <a:t>・   成城石井は2026年6月18日に大阪府堺市にイオンモール堺北花田店をオープンし、いかりスーパーの既存店舗と競合する可能性がある。</a:t>
            </a:r>
          </a:p>
          <a:p>
            <a:pPr>
              <a:spcAft>
                <a:spcPts val="1600"/>
              </a:spcAft>
              <a:defRPr sz="1800">
                <a:solidFill>
                  <a:srgbClr val="1E1E1E"/>
                </a:solidFill>
              </a:defRPr>
            </a:pPr>
            <a:r>
              <a:t>・   ヤマダストアーは2026年冬に大阪梅田の大丸梅田店地下に新規出店を予定しており、都市部の高品質スーパー市場での競争が引き続き激化する見込みである。</a:t>
            </a:r>
          </a:p>
          <a:p>
            <a:pPr>
              <a:spcAft>
                <a:spcPts val="1600"/>
              </a:spcAft>
              <a:defRPr sz="1800">
                <a:solidFill>
                  <a:srgbClr val="1E1E1E"/>
                </a:solidFill>
              </a:defRPr>
            </a:pPr>
            <a:r>
              <a:t>・   阪急オアシスは豊中駅前店を2026年6月26日に「阪急OASISマルシェ豊中駅前店」としてリニューアルオープンするほか、服部西店が2026年7月7日から臨時休業（改装の可能性あり）を予定しており、これらリニューアル店舗が地域での競争力を高める可能性がある。</a:t>
            </a:r>
          </a:p>
          <a:p>
            <a:pPr>
              <a:spcAft>
                <a:spcPts val="1600"/>
              </a:spcAft>
              <a:defRPr sz="1800">
                <a:solidFill>
                  <a:srgbClr val="1E1E1E"/>
                </a:solidFill>
              </a:defRPr>
            </a:pPr>
            <a:r>
              <a:t>・   関西スーパー西郷店が2026年6月30日から臨時休業を予定しており、短期間ながら周辺エリアの顧客流動に影響を与える可能性がある。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79248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792480">
                <a:tc>
                  <a:txBody>
                    <a:bodyPr/>
                    <a:lstStyle/>
                    <a:p>
                      <a:pPr>
                        <a:defRPr sz="950">
                          <a:solidFill>
                            <a:srgbClr val="1E1E1E"/>
                          </a:solidFill>
                        </a:defRPr>
                      </a:pPr>
                      <a:r>
                        <a:t>大阪府堺市北区</a:t>
                      </a:r>
                    </a:p>
                  </a:txBody>
                  <a:tcPr>
                    <a:solidFill>
                      <a:srgbClr val="F5F5F5"/>
                    </a:solidFill>
                  </a:tcPr>
                </a:tc>
                <a:tc>
                  <a:txBody>
                    <a:bodyPr/>
                    <a:lstStyle/>
                    <a:p>
                      <a:pPr>
                        <a:defRPr sz="950">
                          <a:solidFill>
                            <a:srgbClr val="1E1E1E"/>
                          </a:solidFill>
                        </a:defRPr>
                      </a:pPr>
                      <a:r>
                        <a:t>成城石井 イオンモール堺北花田店</a:t>
                      </a:r>
                    </a:p>
                  </a:txBody>
                  <a:tcPr>
                    <a:solidFill>
                      <a:srgbClr val="F5F5F5"/>
                    </a:solidFill>
                  </a:tcPr>
                </a:tc>
                <a:tc>
                  <a:txBody>
                    <a:bodyPr/>
                    <a:lstStyle/>
                    <a:p>
                      <a:pPr>
                        <a:defRPr sz="950">
                          <a:solidFill>
                            <a:srgbClr val="1E1E1E"/>
                          </a:solidFill>
                        </a:defRPr>
                      </a:pPr>
                      <a:r>
                        <a:t>2026年6月18日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Osaka Metro御堂筋線「北花田駅」近くのショッピングセンター「イオンモール堺北花田」1階にオープン。売場面積は約38坪で、惣菜やデザート、パン、グロサリー、酒類など幅広い商品を取りそろえる。</a:t>
                      </a:r>
                    </a:p>
                  </a:txBody>
                  <a:tcPr>
                    <a:solidFill>
                      <a:srgbClr val="F5F5F5"/>
                    </a:solidFill>
                  </a:tcPr>
                </a:tc>
              </a:tr>
              <a:tr h="792480">
                <a:tc>
                  <a:txBody>
                    <a:bodyPr/>
                    <a:lstStyle/>
                    <a:p>
                      <a:pPr>
                        <a:defRPr sz="950">
                          <a:solidFill>
                            <a:srgbClr val="1E1E1E"/>
                          </a:solidFill>
                        </a:defRPr>
                      </a:pPr>
                      <a:r>
                        <a:t>大阪府大阪市北区</a:t>
                      </a:r>
                    </a:p>
                  </a:txBody>
                  <a:tcPr/>
                </a:tc>
                <a:tc>
                  <a:txBody>
                    <a:bodyPr/>
                    <a:lstStyle/>
                    <a:p>
                      <a:pPr>
                        <a:defRPr sz="950">
                          <a:solidFill>
                            <a:srgbClr val="1E1E1E"/>
                          </a:solidFill>
                        </a:defRPr>
                      </a:pPr>
                      <a:r>
                        <a:t>ヤマダストアー 大阪梅田店（大丸梅田店B2階）</a:t>
                      </a:r>
                    </a:p>
                  </a:txBody>
                  <a:tcPr/>
                </a:tc>
                <a:tc>
                  <a:txBody>
                    <a:bodyPr/>
                    <a:lstStyle/>
                    <a:p>
                      <a:pPr>
                        <a:defRPr sz="950">
                          <a:solidFill>
                            <a:srgbClr val="1E1E1E"/>
                          </a:solidFill>
                        </a:defRPr>
                      </a:pPr>
                      <a:r>
                        <a:t>2026年冬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高</a:t>
                      </a:r>
                    </a:p>
                  </a:txBody>
                  <a:tcPr/>
                </a:tc>
                <a:tc>
                  <a:txBody>
                    <a:bodyPr/>
                    <a:lstStyle/>
                    <a:p>
                      <a:pPr>
                        <a:defRPr sz="950">
                          <a:solidFill>
                            <a:srgbClr val="1E1E1E"/>
                          </a:solidFill>
                        </a:defRPr>
                      </a:pPr>
                      <a:r>
                        <a:t>兵庫県を中心に高品質・こだわり商品を展開するヤマダストアーが、JR大阪駅直結の大丸梅田店の地下食品フロアにオープン予定。</a:t>
                      </a:r>
                    </a:p>
                  </a:txBody>
                  <a:tcPr/>
                </a:tc>
              </a:tr>
              <a:tr h="792480">
                <a:tc>
                  <a:txBody>
                    <a:bodyPr/>
                    <a:lstStyle/>
                    <a:p>
                      <a:pPr>
                        <a:defRPr sz="950">
                          <a:solidFill>
                            <a:srgbClr val="1E1E1E"/>
                          </a:solidFill>
                        </a:defRPr>
                      </a:pPr>
                      <a:r>
                        <a:t>大阪府豊中市</a:t>
                      </a:r>
                    </a:p>
                  </a:txBody>
                  <a:tcPr>
                    <a:solidFill>
                      <a:srgbClr val="F5F5F5"/>
                    </a:solidFill>
                  </a:tcPr>
                </a:tc>
                <a:tc>
                  <a:txBody>
                    <a:bodyPr/>
                    <a:lstStyle/>
                    <a:p>
                      <a:pPr>
                        <a:defRPr sz="950">
                          <a:solidFill>
                            <a:srgbClr val="1E1E1E"/>
                          </a:solidFill>
                        </a:defRPr>
                      </a:pPr>
                      <a:r>
                        <a:t>阪急OASISマルシェ豊中駅前店</a:t>
                      </a:r>
                    </a:p>
                  </a:txBody>
                  <a:tcPr>
                    <a:solidFill>
                      <a:srgbClr val="F5F5F5"/>
                    </a:solidFill>
                  </a:tcPr>
                </a:tc>
                <a:tc>
                  <a:txBody>
                    <a:bodyPr/>
                    <a:lstStyle/>
                    <a:p>
                      <a:pPr>
                        <a:defRPr sz="950">
                          <a:solidFill>
                            <a:srgbClr val="1E1E1E"/>
                          </a:solidFill>
                        </a:defRPr>
                      </a:pPr>
                      <a:r>
                        <a:t>2026年6月26日</a:t>
                      </a:r>
                    </a:p>
                  </a:txBody>
                  <a:tcPr>
                    <a:solidFill>
                      <a:srgbClr val="F5F5F5"/>
                    </a:solidFill>
                  </a:tcPr>
                </a:tc>
                <a:tc>
                  <a:txBody>
                    <a:bodyPr/>
                    <a:lstStyle/>
                    <a:p>
                      <a:pPr>
                        <a:defRPr sz="950">
                          <a:solidFill>
                            <a:srgbClr val="1E1E1E"/>
                          </a:solidFill>
                        </a:defRPr>
                      </a:pPr>
                      <a:r>
                        <a:t>リニューアルオープン</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阪急オアシス豊中駅前店が6月15日18時に一時休業し、6月26日に「価値訴求型」と「価格訴求型」を融合した「阪急OASISマルシェ豊中駅前店」としてリニューアルオープンする。</a:t>
                      </a:r>
                    </a:p>
                  </a:txBody>
                  <a:tcPr>
                    <a:solidFill>
                      <a:srgbClr val="F5F5F5"/>
                    </a:solidFill>
                  </a:tcPr>
                </a:tc>
              </a:tr>
              <a:tr h="792480">
                <a:tc>
                  <a:txBody>
                    <a:bodyPr/>
                    <a:lstStyle/>
                    <a:p>
                      <a:pPr>
                        <a:defRPr sz="950">
                          <a:solidFill>
                            <a:srgbClr val="1E1E1E"/>
                          </a:solidFill>
                        </a:defRPr>
                      </a:pPr>
                      <a:r>
                        <a:t>大阪府豊中市</a:t>
                      </a:r>
                    </a:p>
                  </a:txBody>
                  <a:tcPr/>
                </a:tc>
                <a:tc>
                  <a:txBody>
                    <a:bodyPr/>
                    <a:lstStyle/>
                    <a:p>
                      <a:pPr>
                        <a:defRPr sz="950">
                          <a:solidFill>
                            <a:srgbClr val="1E1E1E"/>
                          </a:solidFill>
                        </a:defRPr>
                      </a:pPr>
                      <a:r>
                        <a:t>阪急オアシス 服部西店</a:t>
                      </a:r>
                    </a:p>
                  </a:txBody>
                  <a:tcPr/>
                </a:tc>
                <a:tc>
                  <a:txBody>
                    <a:bodyPr/>
                    <a:lstStyle/>
                    <a:p>
                      <a:pPr>
                        <a:defRPr sz="950">
                          <a:solidFill>
                            <a:srgbClr val="1E1E1E"/>
                          </a:solidFill>
                        </a:defRPr>
                      </a:pPr>
                      <a:r>
                        <a:t>2026年7月7日～7月16日</a:t>
                      </a:r>
                    </a:p>
                  </a:txBody>
                  <a:tcPr/>
                </a:tc>
                <a:tc>
                  <a:txBody>
                    <a:bodyPr/>
                    <a:lstStyle/>
                    <a:p>
                      <a:pPr>
                        <a:defRPr sz="950">
                          <a:solidFill>
                            <a:srgbClr val="1E1E1E"/>
                          </a:solidFill>
                        </a:defRPr>
                      </a:pPr>
                      <a:r>
                        <a:t>臨時休業（改装の可能性あり）</a:t>
                      </a:r>
                    </a:p>
                  </a:txBody>
                  <a:tcPr/>
                </a:tc>
                <a:tc>
                  <a:txBody>
                    <a:bodyPr/>
                    <a:lstStyle/>
                    <a:p>
                      <a:pPr>
                        <a:defRPr sz="950">
                          <a:solidFill>
                            <a:srgbClr val="1E1E1E"/>
                          </a:solidFill>
                        </a:defRPr>
                      </a:pPr>
                      <a:r>
                        <a:t>低</a:t>
                      </a:r>
                    </a:p>
                  </a:txBody>
                  <a:tcPr/>
                </a:tc>
                <a:tc>
                  <a:txBody>
                    <a:bodyPr/>
                    <a:lstStyle/>
                    <a:p>
                      <a:pPr>
                        <a:defRPr sz="950">
                          <a:solidFill>
                            <a:srgbClr val="1E1E1E"/>
                          </a:solidFill>
                        </a:defRPr>
                      </a:pPr>
                      <a:r>
                        <a:t>阪急オアシス服部西店が設備点検・改装のため臨時休業予定。</a:t>
                      </a:r>
                    </a:p>
                  </a:txBody>
                  <a:tcPr/>
                </a:tc>
              </a:tr>
              <a:tr h="792480">
                <a:tc>
                  <a:txBody>
                    <a:bodyPr/>
                    <a:lstStyle/>
                    <a:p>
                      <a:pPr>
                        <a:defRPr sz="950">
                          <a:solidFill>
                            <a:srgbClr val="1E1E1E"/>
                          </a:solidFill>
                        </a:defRPr>
                      </a:pPr>
                      <a:r>
                        <a:t>兵庫県神戸市灘区</a:t>
                      </a:r>
                    </a:p>
                  </a:txBody>
                  <a:tcPr>
                    <a:solidFill>
                      <a:srgbClr val="F5F5F5"/>
                    </a:solidFill>
                  </a:tcPr>
                </a:tc>
                <a:tc>
                  <a:txBody>
                    <a:bodyPr/>
                    <a:lstStyle/>
                    <a:p>
                      <a:pPr>
                        <a:defRPr sz="950">
                          <a:solidFill>
                            <a:srgbClr val="1E1E1E"/>
                          </a:solidFill>
                        </a:defRPr>
                      </a:pPr>
                      <a:r>
                        <a:t>関西スーパー 西郷店</a:t>
                      </a:r>
                    </a:p>
                  </a:txBody>
                  <a:tcPr>
                    <a:solidFill>
                      <a:srgbClr val="F5F5F5"/>
                    </a:solidFill>
                  </a:tcPr>
                </a:tc>
                <a:tc>
                  <a:txBody>
                    <a:bodyPr/>
                    <a:lstStyle/>
                    <a:p>
                      <a:pPr>
                        <a:defRPr sz="950">
                          <a:solidFill>
                            <a:srgbClr val="1E1E1E"/>
                          </a:solidFill>
                        </a:defRPr>
                      </a:pPr>
                      <a:r>
                        <a:t>2026年6月30日～7月2日</a:t>
                      </a:r>
                    </a:p>
                  </a:txBody>
                  <a:tcPr>
                    <a:solidFill>
                      <a:srgbClr val="F5F5F5"/>
                    </a:solidFill>
                  </a:tcPr>
                </a:tc>
                <a:tc>
                  <a:txBody>
                    <a:bodyPr/>
                    <a:lstStyle/>
                    <a:p>
                      <a:pPr>
                        <a:defRPr sz="950">
                          <a:solidFill>
                            <a:srgbClr val="1E1E1E"/>
                          </a:solidFill>
                        </a:defRPr>
                      </a:pPr>
                      <a:r>
                        <a:t>臨時休業</a:t>
                      </a:r>
                    </a:p>
                  </a:txBody>
                  <a:tcPr>
                    <a:solidFill>
                      <a:srgbClr val="F5F5F5"/>
                    </a:solidFill>
                  </a:tcPr>
                </a:tc>
                <a:tc>
                  <a:txBody>
                    <a:bodyPr/>
                    <a:lstStyle/>
                    <a:p>
                      <a:pPr>
                        <a:defRPr sz="950">
                          <a:solidFill>
                            <a:srgbClr val="1E1E1E"/>
                          </a:solidFill>
                        </a:defRPr>
                      </a:pPr>
                      <a:r>
                        <a:t>低</a:t>
                      </a:r>
                    </a:p>
                  </a:txBody>
                  <a:tcPr>
                    <a:solidFill>
                      <a:srgbClr val="F5F5F5"/>
                    </a:solidFill>
                  </a:tcPr>
                </a:tc>
                <a:tc>
                  <a:txBody>
                    <a:bodyPr/>
                    <a:lstStyle/>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成城石井イオンモール堺北花田店は、Osaka Metro御堂筋線北花田駅に直結するイオンモール内への出店であり、いかりスーパーの既存店舗が近隣にない場合でも、広域からの集客が見込まれる商業施設への出店であるため、いかりスーパーの品質志向の顧客層との競合が発生する可能性がある。</a:t>
            </a:r>
          </a:p>
          <a:p>
            <a:pPr>
              <a:spcAft>
                <a:spcPts val="1400"/>
              </a:spcAft>
              <a:defRPr sz="1400">
                <a:solidFill>
                  <a:srgbClr val="1E1E1E"/>
                </a:solidFill>
              </a:defRPr>
            </a:pPr>
            <a:r>
              <a:t>*   ヤマダストアー大阪梅田店は、大阪駅直結という非常に高い利便性を持つ商業施設内に出店するため、いかりJR大阪駅店や近隣の梅田エリアのいかり店舗にとって、高品質志向の顧客層を巡る直接的な競合となる。</a:t>
            </a:r>
          </a:p>
          <a:p>
            <a:pPr>
              <a:spcAft>
                <a:spcPts val="1400"/>
              </a:spcAft>
              <a:defRPr sz="1400">
                <a:solidFill>
                  <a:srgbClr val="1E1E1E"/>
                </a:solidFill>
              </a:defRPr>
            </a:pPr>
            <a:r>
              <a:t>*   阪急OASISマルシェ豊中駅前店のリニューアルは、いかりスーパー豊中店と同一地域での競争力を強化するものであり、特に「マルシェ」タイプへの転換は品揃えや店舗体験の差別化を試みるものと推測される。</a:t>
            </a:r>
          </a:p>
          <a:p>
            <a:pPr>
              <a:spcAft>
                <a:spcPts val="1400"/>
              </a:spcAft>
              <a:defRPr sz="1400">
                <a:solidFill>
                  <a:srgbClr val="1E1E1E"/>
                </a:solidFill>
              </a:defRPr>
            </a:pPr>
            <a:r>
              <a:t>*   阪急オアシス服部西店および関西スーパー西郷店の臨時休業は一時的なものではあるが、周辺のいかりスーパー店舗への短期的な顧客流入や、休業後のリニューアル内容によっては中長期的な競合環境の変化に繋がる可能性があ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成城石井イオンモール堺北花田店の新規出店は、いかりスーパーが展開する大阪府内の店舗、特に郊外立地で高品質商品を求める顧客層に対して新たな選択肢を提供する。成城石井のブランド力と商品構成は、いかりスーパーと同様に「上質」「こだわり」を求める顧客層をターゲットとしており、品揃えの独自性やサービス強化による差別化が求められる。</a:t>
            </a:r>
          </a:p>
          <a:p>
            <a:pPr>
              <a:spcAft>
                <a:spcPts val="1200"/>
              </a:spcAft>
              <a:defRPr sz="1350">
                <a:solidFill>
                  <a:srgbClr val="1E1E1E"/>
                </a:solidFill>
              </a:defRPr>
            </a:pPr>
            <a:r>
              <a:t>*   ヤマダストアー大阪梅田店の大丸梅田店地下への出店は、いかりJR大阪駅店およびいかり大丸梅田店（仮称）にとって直接的な脅威となる。ヤマダストアーも高品質・こだわり商品を展開しており、百貨店内の高級食品フロアという立地で、いかりスーパーと同様の顧客層をターゲットとするため、品揃えの独自性や、ギフト需要への対応、特別な顧客体験の提供など、一層の差別化戦略が求められる。</a:t>
            </a:r>
          </a:p>
          <a:p>
            <a:pPr>
              <a:spcAft>
                <a:spcPts val="1200"/>
              </a:spcAft>
              <a:defRPr sz="1350">
                <a:solidFill>
                  <a:srgbClr val="1E1E1E"/>
                </a:solidFill>
              </a:defRPr>
            </a:pPr>
            <a:r>
              <a:t>*   阪急OASISマルシェ豊中駅前店のリニューアルは、いかりスーパー豊中店にとって競争激化の要因となる。阪急オアシスが「価値訴求型」と「価格訴求型」のハイブリッド型店舗を目指すことで、いかりスーパーの持つ高品質ブランドイメージと、日常使いの利便性を両立させようとする動きに対応するため、いかりスーパーは独自の顧客体験や地域密着型サービスをさらに強化し、顧客ロイヤルティを維持・向上させる必要がある。</a:t>
            </a:r>
          </a:p>
          <a:p>
            <a:pPr>
              <a:spcAft>
                <a:spcPts val="1200"/>
              </a:spcAft>
              <a:defRPr sz="1350">
                <a:solidFill>
                  <a:srgbClr val="1E1E1E"/>
                </a:solidFill>
              </a:defRPr>
            </a:pPr>
            <a:r>
              <a:t>*   阪急オアシス服部西店および関西スーパー西郷店の臨時休業は短期間ではあるが、その間に周辺のいかりスーパー店舗への顧客の流動が生じる可能性がある。特に改装後の再オープンにおいては、いかりスーパーは改めて自店舗の魅力や強みを顧客に訴求し、流出した顧客の再獲得に努める必要があ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兵庫:「ヤマダストアー」大阪進出、大丸梅田店「デパ地下」に店舗では最大級の規模でオープン…生鮮食品・店内調理品も 読売新聞</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【大阪に初出店】兵庫で人気のスーパー「ヤマダストアー」が梅田のデパ地下に登場 リビングWeb</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6月26日（金）「阪急OASISマルシェ豊中駅前店」としてリニューアルオープン！ | エトレとよなか</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成城石井、大阪府堺市に「成城石井 イオンモール堺北花田店」6月18日オープン</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