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BA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4000">
                <a:solidFill>
                  <a:srgbClr val="D4AF37"/>
                </a:solidFill>
              </a:defRPr>
            </a:pPr>
            <a:r>
              <a:t>いかりスーパー周辺 競合環境調査レポート</a:t>
            </a:r>
          </a:p>
          <a:p>
            <a:pPr algn="ctr">
              <a:spcBef>
                <a:spcPts val="2000"/>
              </a:spcBef>
              <a:defRPr sz="2200">
                <a:solidFill>
                  <a:srgbClr val="FFFFFF"/>
                </a:solidFill>
              </a:defRPr>
            </a:pPr>
            <a:r>
              <a:t>2026年6月度 競合調査結果報告書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05BAC"/>
                </a:solidFill>
              </a:defRPr>
            </a:pPr>
            <a:r>
              <a:t>周辺環境の更新情報について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286000"/>
            <a:ext cx="108173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1E1E1E"/>
                </a:solidFill>
              </a:defRPr>
            </a:pPr>
            <a:r>
              <a:t>本日の調査において、前日からの周辺環境（競合の新規出店・改装計画・その他動向）の更新情報はありませんでした。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